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8" r:id="rId6"/>
    <p:sldId id="266" r:id="rId7"/>
    <p:sldId id="261" r:id="rId8"/>
    <p:sldId id="260" r:id="rId9"/>
    <p:sldId id="262" r:id="rId10"/>
    <p:sldId id="265" r:id="rId11"/>
    <p:sldId id="26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INFO6105 Fianl </a:t>
            </a:r>
            <a:r>
              <a:rPr lang="en-US" altLang="zh-CN"/>
              <a:t>Project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Hongting </a:t>
            </a:r>
            <a:r>
              <a:rPr lang="en-US" altLang="zh-CN"/>
              <a:t>Chen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Problem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zh-CN"/>
              <a:t>As the internet continues to grow in both scale and complexity, cyberattacks have been rising rapidly.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Traditional intrusion detection systems that rely on predefined rules or manually set thresholds often struggle to identify new attacks,and they also tend to generate a high number of false alarms.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My goal is to use machine learning algorithms to help identify attack behavior.(0 for normal, 1 for attack)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DataSet Overview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Dataset: cybersecurity_intrusion_data.csv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The dataset is sourced from Kaggle.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9537 records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Features: session_id, network_packet_size, protocol_type, login_attempts, session_duration, encryption_used, ip_repuattion_score, failed_logins, bowser_type, unusual_time_access.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Target:attack_detected(0 for normal, 1 for attack)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10" y="1024890"/>
            <a:ext cx="11880215" cy="4094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45740" y="1419225"/>
            <a:ext cx="5718175" cy="4019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01315" y="1114425"/>
            <a:ext cx="581279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Data </a:t>
            </a:r>
            <a:r>
              <a:rPr lang="en-US" altLang="zh-CN"/>
              <a:t>Processing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zh-CN"/>
              <a:t>Dropped session_id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Applied label encoding to protocol_type, encryption_used, and browser_type.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10" y="3340100"/>
            <a:ext cx="9685655" cy="9925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" y="4469130"/>
            <a:ext cx="11703685" cy="2055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Model Performance</a:t>
            </a:r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467485"/>
            <a:ext cx="3532505" cy="13963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965" y="1467485"/>
            <a:ext cx="3686810" cy="1397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775" y="1467485"/>
            <a:ext cx="3423285" cy="13963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835" y="2966085"/>
            <a:ext cx="4391025" cy="3718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37055"/>
            <a:ext cx="3168015" cy="35134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085" y="1691005"/>
            <a:ext cx="3352165" cy="36588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075" y="1691005"/>
            <a:ext cx="3279775" cy="36601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42085" y="1381760"/>
            <a:ext cx="1960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Logistic </a:t>
            </a:r>
            <a:r>
              <a:rPr lang="en-US" altLang="zh-CN"/>
              <a:t>Regression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4879975" y="1322705"/>
            <a:ext cx="1615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Random </a:t>
            </a:r>
            <a:r>
              <a:rPr lang="en-US" altLang="zh-CN"/>
              <a:t>Forest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8451850" y="1322705"/>
            <a:ext cx="1038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XGboost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Future Work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Data Improvements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Collect larger and more realistic network traffic datasets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Add more useful features to improve the model</a:t>
            </a:r>
            <a:endParaRPr lang="en-US" altLang="zh-CN"/>
          </a:p>
          <a:p>
            <a:r>
              <a:rPr lang="en-US" altLang="zh-CN"/>
              <a:t>Model </a:t>
            </a:r>
            <a:r>
              <a:rPr lang="en-US" altLang="zh-CN">
                <a:sym typeface="+mn-ea"/>
              </a:rPr>
              <a:t>Improvements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Try More Advanced Models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Model parameter tuning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1152</Words>
  <Application>WPS 演示</Application>
  <PresentationFormat>宽屏</PresentationFormat>
  <Paragraphs>43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INFO6105 Fianl Project</vt:lpstr>
      <vt:lpstr>Problem</vt:lpstr>
      <vt:lpstr>DataSet Overview</vt:lpstr>
      <vt:lpstr>PowerPoint 演示文稿</vt:lpstr>
      <vt:lpstr>PowerPoint 演示文稿</vt:lpstr>
      <vt:lpstr>PowerPoint 演示文稿</vt:lpstr>
      <vt:lpstr>Data Processing</vt:lpstr>
      <vt:lpstr>Model Performance</vt:lpstr>
      <vt:lpstr>PowerPoint 演示文稿</vt:lpstr>
      <vt:lpstr> Future 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Murphy Chen</dc:creator>
  <cp:lastModifiedBy>Murphy</cp:lastModifiedBy>
  <cp:revision>9</cp:revision>
  <dcterms:created xsi:type="dcterms:W3CDTF">2023-08-09T12:44:00Z</dcterms:created>
  <dcterms:modified xsi:type="dcterms:W3CDTF">2025-12-10T10:12:27Z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D76413A7686B4E70893D637AD39EFE74_12</vt:lpwstr>
  </property>
</Properties>
</file>