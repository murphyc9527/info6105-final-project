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8" r:id="rId6"/>
    <p:sldId id="269" r:id="rId7"/>
    <p:sldId id="266" r:id="rId8"/>
    <p:sldId id="261" r:id="rId9"/>
    <p:sldId id="260" r:id="rId10"/>
    <p:sldId id="262" r:id="rId11"/>
    <p:sldId id="265" r:id="rId12"/>
    <p:sldId id="264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INFO6105 Fianl </a:t>
            </a:r>
            <a:r>
              <a:rPr lang="en-US" altLang="zh-CN"/>
              <a:t>Project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Hongting </a:t>
            </a:r>
            <a:r>
              <a:rPr lang="en-US" altLang="zh-CN"/>
              <a:t>Chen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Problem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p>
            <a:pPr marL="0" indent="0">
              <a:buNone/>
            </a:pPr>
            <a:r>
              <a:rPr lang="en-US" altLang="zh-CN"/>
              <a:t>As the internet continues to grow in both scale and complexity, cyberattacks have been rising rapidly.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Traditional intrusion detection systems that rely on predefined rules or manually set thresholds often struggle to identify new attacks,and they also tend to generate a high number of false alarms.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  <a:p>
            <a:pPr marL="0" indent="0">
              <a:buNone/>
            </a:pPr>
            <a:r>
              <a:rPr lang="en-US" altLang="zh-CN"/>
              <a:t>My goal is to use machine learning algorithms to help identify attack behavior.(0 for normal, 1 for attack)</a:t>
            </a:r>
            <a:endParaRPr lang="en-US" altLang="zh-CN"/>
          </a:p>
          <a:p>
            <a:pPr marL="0" indent="0">
              <a:buNone/>
            </a:pP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DataSet Overview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zh-CN"/>
              <a:t>Dataset: cybersecurity_intrusion_data.csv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The dataset is sourced from Kaggle.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9537 records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Features: session_id, network_packet_size, protocol_type, login_attempts, session_duration, encryption_used, ip_repuattion_score, failed_logins, bowser_type, unusual_time_access.</a:t>
            </a:r>
            <a:endParaRPr lang="en-US" altLang="zh-CN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Target:attack_detected(0 for normal, 1 for attack)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10" y="1024890"/>
            <a:ext cx="11880215" cy="4094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005" y="243840"/>
            <a:ext cx="3645535" cy="28975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795" y="243840"/>
            <a:ext cx="3562985" cy="28968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570" y="3365500"/>
            <a:ext cx="3494405" cy="26885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5020" y="327025"/>
            <a:ext cx="3684905" cy="29464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5375" y="3429000"/>
            <a:ext cx="3739515" cy="29241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内容占位符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745740" y="1419225"/>
            <a:ext cx="5718175" cy="4019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01315" y="1114425"/>
            <a:ext cx="5812790" cy="43516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Data </a:t>
            </a:r>
            <a:r>
              <a:rPr lang="en-US" altLang="zh-CN"/>
              <a:t>Processing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p>
            <a:pPr marL="0" indent="0">
              <a:buNone/>
            </a:pPr>
            <a:r>
              <a:rPr lang="en-US" altLang="zh-CN"/>
              <a:t>Dropped session_id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Applied label encoding to protocol_type, encryption_used, and browser_type.</a:t>
            </a:r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10" y="3340100"/>
            <a:ext cx="9685655" cy="9925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4469130"/>
            <a:ext cx="11703685" cy="20554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Model Performance</a:t>
            </a:r>
            <a:endParaRPr lang="en-US" altLang="zh-CN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467485"/>
            <a:ext cx="3532505" cy="13963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965" y="1467485"/>
            <a:ext cx="3686810" cy="13970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5775" y="1467485"/>
            <a:ext cx="3423285" cy="139636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835" y="2966085"/>
            <a:ext cx="4391025" cy="3718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838200" y="1837055"/>
            <a:ext cx="3168015" cy="351345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085" y="1691005"/>
            <a:ext cx="3352165" cy="36588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075" y="1691005"/>
            <a:ext cx="3279775" cy="366014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442085" y="1381760"/>
            <a:ext cx="1960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Logistic </a:t>
            </a:r>
            <a:r>
              <a:rPr lang="en-US" altLang="zh-CN"/>
              <a:t>Regression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4879975" y="1322705"/>
            <a:ext cx="16154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Random </a:t>
            </a:r>
            <a:r>
              <a:rPr lang="en-US" altLang="zh-CN"/>
              <a:t>Forest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451850" y="1322705"/>
            <a:ext cx="10382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XGboost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 Future Work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Data Improvements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   Find larger and more realistic network traffic datasets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   Add more features</a:t>
            </a:r>
            <a:endParaRPr lang="en-US" altLang="zh-CN"/>
          </a:p>
          <a:p>
            <a:r>
              <a:rPr lang="en-US" altLang="zh-CN"/>
              <a:t>Model </a:t>
            </a:r>
            <a:r>
              <a:rPr lang="en-US" altLang="zh-CN">
                <a:sym typeface="+mn-ea"/>
              </a:rPr>
              <a:t>Improvements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   Try More Advanced Models</a:t>
            </a:r>
            <a:endParaRPr lang="en-US" altLang="zh-CN"/>
          </a:p>
          <a:p>
            <a:pPr marL="0" indent="0">
              <a:buNone/>
            </a:pPr>
            <a:r>
              <a:rPr lang="en-US" altLang="zh-CN"/>
              <a:t>   Model parameter tuning</a:t>
            </a:r>
            <a:endParaRPr lang="en-US" alt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1121</Words>
  <Application>WPS 演示</Application>
  <PresentationFormat>宽屏</PresentationFormat>
  <Paragraphs>43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INFO6105 Fianl Project</vt:lpstr>
      <vt:lpstr>Problem</vt:lpstr>
      <vt:lpstr>DataSet Overview</vt:lpstr>
      <vt:lpstr>PowerPoint 演示文稿</vt:lpstr>
      <vt:lpstr>PowerPoint 演示文稿</vt:lpstr>
      <vt:lpstr>PowerPoint 演示文稿</vt:lpstr>
      <vt:lpstr>PowerPoint 演示文稿</vt:lpstr>
      <vt:lpstr>Data Processing</vt:lpstr>
      <vt:lpstr>Model Performance</vt:lpstr>
      <vt:lpstr>PowerPoint 演示文稿</vt:lpstr>
      <vt:lpstr> Future Work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Murphy Chen</dc:creator>
  <cp:lastModifiedBy>Murphy</cp:lastModifiedBy>
  <cp:revision>10</cp:revision>
  <dcterms:created xsi:type="dcterms:W3CDTF">2023-08-09T12:44:00Z</dcterms:created>
  <dcterms:modified xsi:type="dcterms:W3CDTF">2025-12-10T17:38:30Z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D76413A7686B4E70893D637AD39EFE74_12</vt:lpwstr>
  </property>
</Properties>
</file>